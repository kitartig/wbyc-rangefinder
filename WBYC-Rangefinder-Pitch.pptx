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"too much detail" comes up: the home screen is three big numbers, like the sprinkler heads. Everything else is opt-in taps. It passes the grandparent test on the first 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"who cares" answer lives here: members are already using outside golf apps on our fairways — paying for them, and feeding them location data. The question is not whether an app is used at WBYC; it is whose.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"why not one-time?": a one-time sale hands the club a depreciating asset; the annual trade buys a living service — seasonal re-survey, fixes, roadmap — and the ask sits below the $18K/yr member-value ceiling. Either side can walk at renewal.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stewardship line before taking questions. The data answer is a shield, not the pitch — use it only when liability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green, live hazard carries, dogleg targets — tuned to our 18 and nothing else.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plays-like profile view, green fall-lines, club-distance learning,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Anticipated questions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This is a stewardship project — the Ross course documented to two feet. A yardage book that happens to fit in a pocket.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“Isn’t this too much detail for a traditional club?”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7724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front page is three big numbers — front, center, back — same as the sprinkler heads. Every layer beyond that is optional and waits for a tap. Clubs commission yardage books and course portraits without blinking; this is both.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309360" y="169164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18745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F000C2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“Who cares? Will anyone actually use it?”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240487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Members already do — on our fairways, today, paying $60–100/yr to outside apps for fuzzy generic maps that harvest their location. The club can’t stop that. The only open question is whether the default app at WBYC is a stranger’s or the club’s own.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“What about member data?”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7724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There is none. No accounts, no sign-up, no analytics; rounds live on the member’s own phone and nothing leaves it. That is less data liability than any vendor app the club could buy.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309360" y="3840480"/>
            <a:ext cx="5376672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402336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E7A4A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“Why annual, not one-time?”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83680" y="4553712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Because it’s a living service, not a purchase: greens re-surveyed each season, fixes within days, a roadmap the club steers. Renewal is annual and either side can walk — the club never holds a depreciating asset.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Appendix: the full inventory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Everything in the box today — the breadth a commissioned build would be quoted on.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502920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 THE COURSE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GPS front / center / back, 5-fix smoothing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— elevation + live or manual wind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Per-hole wind arrow, oriented to the shot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Hazards &amp; targets: reach/carry to every bunker, water, dogleg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Carry arcs for the selected club ± neighbors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Auto hole detection as you walk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Ball-flight tracer: map arc, side profile, 3D flyover + stats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Tournament switch: one tap to legal raw yardages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325112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SCORING &amp; YOUR GAME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25112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Running strokes / putts / fairways strip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18-hole card with OUT/IN/total &amp; GIR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 history: trend line, bests, last-5 averages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distances learned from marked shots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 hints inside the plays-like readout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map: numbered dots + trail per hole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One-tap GHIN posting helper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Women’s par handled automatically from the Red tees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147304" y="1645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CRAFT &amp; PLATFORM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147304" y="2057400"/>
            <a:ext cx="3611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2-ft contours; fall-line arrows on every green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Hypsometric terrain tint with hillshading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NAIP aerial layer (SAT), geo-aligned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terrain with adjustable exaggeration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Three themes, incl. a bright-sunlight mode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PWA: home-screen install, wake lock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accounts, ads, or data collection</a:t>
            </a:r>
            <a:endParaRPr lang="en-US" sz="1050" dirty="0"/>
          </a:p>
          <a:p>
            <a:pPr marL="127000" indent="-1270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little hidden whimsy for those who explore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21208" y="61447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Full walkthrough: wbyc-user-guide.md ships with the app.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2026-07-13T02:33:29Z</dcterms:created>
  <dcterms:modified xsi:type="dcterms:W3CDTF">2026-07-13T02:33:29Z</dcterms:modified>
</cp:coreProperties>
</file>